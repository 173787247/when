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232257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33 节 · When 起手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 / 集群化架构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+ 拆解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用图讲清楚：每个机制解决什么问题、长什么样 —— 没有分布式基础也能学会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为接下来三周的 When 打地基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· 动机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单机的两道天花板，逼出了集群化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08760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容量上限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1883664"/>
            <a:ext cx="33969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 / CPU / 磁盘有限。延时任务在内存时间轮里调度，消息量超过单机内存就装不下。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2020" y="137160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8052" y="1508760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单点故障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8052" y="1883664"/>
            <a:ext cx="33969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时间轮在内存里，宕机 = 未到期消息全丢，“到点必达”破产。单机就是单点。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集群化 = 横向扩容 + 消除单点。代价：引入单机世界不存在的 6 个新问题 ——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成员感知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唯一决策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数据定位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故障接管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副本一致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34015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7496" y="340156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公共协调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041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下面 6 个机制逐一回应这 6 个问题 —— 这是本节主线，每个机制配一张图。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· 全景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集群化的核心运行机制 —— 先看整体，再逐个拆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3566160" y="12801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280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 / 业务方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737360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286000" cy="1024128"/>
          </a:xfrm>
          <a:prstGeom prst="roundRect">
            <a:avLst>
              <a:gd name="adj" fmla="val 535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分片·时间轮实例（若干）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每分片 Master / Slave 副本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83080" y="3127248"/>
            <a:ext cx="0" cy="393192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103120"/>
            <a:ext cx="2286000" cy="1024128"/>
          </a:xfrm>
          <a:prstGeom prst="roundRect">
            <a:avLst>
              <a:gd name="adj" fmla="val 535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分片·时间轮实例（若干）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每分片 Master / Slave 副本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127248"/>
            <a:ext cx="0" cy="393192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03120"/>
            <a:ext cx="2286000" cy="1024128"/>
          </a:xfrm>
          <a:prstGeom prst="roundRect">
            <a:avLst>
              <a:gd name="adj" fmla="val 535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分片·时间轮实例（若干）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每分片 Master / Slave 副本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3127248"/>
            <a:ext cx="0" cy="393192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1737360"/>
            <a:ext cx="0" cy="36576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请求到任意节点 → 路由到分片 Master（非本机 gRPC 转发）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35204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352044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　协调面：成员心跳租约 · 选主 Controller · 路由元数据（Watch 全集群同步）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心跳 / Watch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224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接下来逐个展开这 6 块：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2616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成员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93592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选主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81144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分片路由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68696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05272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副本/切换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56248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复制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43800" y="420624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0376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协调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1 · 成员感知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 + 租约：怎么确知一个节点还活着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18288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28816" y="160020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320040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其他节点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011680"/>
            <a:ext cx="3840480" cy="-13716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注册 + 绑 Lease（TTL 10s）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331720"/>
            <a:ext cx="3840480" cy="-18288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每 ~3s keepalive 续约（独立线程）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331720"/>
            <a:ext cx="0" cy="868680"/>
          </a:xfrm>
          <a:prstGeom prst="line">
            <a:avLst/>
          </a:prstGeom>
          <a:noFill/>
          <a:ln w="19050">
            <a:solidFill>
              <a:srgbClr val="7FA8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Watch 感知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宕机 / 失联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续不上约 → Lease 到期 → ETCD 自动删除注册键 → 其他节点 Watch 到它下线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4114800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把“节点是否存活”变成“租约是否过期”这个确定问题。检测时延下限 = TTL；TTL 越小越灵敏，续约压力越大 —— 权衡。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2 · 唯一决策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选主：靠 CAS 抢唯一，靠多数派防脑裂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0906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正常选主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202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920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19202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9202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274320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45336" y="27432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抢 /leader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2377440"/>
            <a:ext cx="777240" cy="36576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377440"/>
            <a:ext cx="0" cy="36576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2377440"/>
            <a:ext cx="-868680" cy="36576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1012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 1 个 Put 成功当选，其余 Watch 待命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2020" y="1371600"/>
            <a:ext cx="390906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2020" y="1481328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脑裂（要防的）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6550" y="1874520"/>
            <a:ext cx="0" cy="1371600"/>
          </a:xfrm>
          <a:prstGeom prst="line">
            <a:avLst/>
          </a:prstGeom>
          <a:noFill/>
          <a:ln w="19050">
            <a:solidFill>
              <a:srgbClr val="C98A8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18363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网络分区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06340" y="2057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2916" y="20574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2057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20574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4900" y="2743200"/>
            <a:ext cx="3543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两边各选一个 → 冲突决策 → 数据写坏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7033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3703320"/>
            <a:ext cx="7662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共识（Paxos / Raft）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靠多数派 quorum（N/2+1）：只有多数派那边能选出 Leader，少数派选不出 → 天然防脑裂。CAS = etcd Txn（比较键 createRevision==0 才 Put），是“唯一”的硬保证。共识极难，一律不自研。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3 · 数据定位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分片归属 + 路由：定位靠一张“分片→副本”元数据表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路由元数据表（Controller 维护，存 ETCD）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3794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Slave（副本）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tw-2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查表即得节点，不是靠算 hash 找节点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26280" y="163677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8"/>
          <p:cNvSpPr/>
          <p:nvPr/>
        </p:nvSpPr>
        <p:spPr>
          <a:xfrm>
            <a:off x="4764024" y="15544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 sharding：先把消息归到某个分片 —— 按 message_id 哈希、或按范围。哈希只是“分配到分片”的策略之一，不唯一。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26280" y="242316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3" name="Text 10"/>
          <p:cNvSpPr/>
          <p:nvPr/>
        </p:nvSpPr>
        <p:spPr>
          <a:xfrm>
            <a:off x="4764024" y="234086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定位节点靠这张元数据表：它记录每个分片的副本集合（谁是 Master、Slave 在哪些节点），查表就能定位。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320954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64024" y="312724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表由 Controller 维护、写入 ETCD，各节点 Watch + 本地缓存；分片迁移 / 主从切换，本质就是改这张表。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" y="411480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请求路径：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到任意节点 → 查本地缓存的元数据表定位分片与其 Master → 非本机就 gRPC 转发。（选一致性哈希做“消息→分片”的分配，好处是增减分片时迁移量最小。）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4 · 故障接管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 + 故障切换：Master 挂了把 Slave 提上来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37160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分片3 Master @A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37160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分片3 Slave @B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3432" y="1371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宕机 → 把 B 的 Slave 提为新 Master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95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检测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" y="2660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过期，≤ TTL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53512" y="214884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37560" y="21488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295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决策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47288" y="2660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 Controller 拍板，防脑裂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88152" y="214884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488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B2620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295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执行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1928" y="2660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切角色 + 补齐数据差量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3383280"/>
            <a:ext cx="7662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最难在第 3 步“补齐数据差量”：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异步复制下 Slave 会落后 Master 尾部，这段差量从哪补？When 的答案是从 Redis 全量加载核对（见后）。三阶段分别依赖 租约 / Controller / 副本，是最易错的流程。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5 · 副本一致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 vs 异步：Master 写完，等不等 Slave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同步复制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331720"/>
            <a:ext cx="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2697480"/>
            <a:ext cx="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57400" y="2404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复制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063240"/>
            <a:ext cx="-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5740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3429000"/>
            <a:ext cx="-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84248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136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返回(等ACK)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异步复制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0235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05472" y="1691640"/>
            <a:ext cx="768096" cy="365760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16916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2057400"/>
            <a:ext cx="0" cy="1691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2331720"/>
            <a:ext cx="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94960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写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37960" y="2697480"/>
            <a:ext cx="-105156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2404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返回(立即)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3200400"/>
            <a:ext cx="1051560" cy="0"/>
          </a:xfrm>
          <a:prstGeom prst="line">
            <a:avLst/>
          </a:prstGeom>
          <a:noFill/>
          <a:ln w="19050">
            <a:solidFill>
              <a:srgbClr val="7FA8C9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7424928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4652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后台复制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39776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" y="3977640"/>
            <a:ext cx="7662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的工程表现：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同步不丢但慢、Slave 抖动拖累 Master；异步快但宕机瞬间丢尾部。关键：有可靠外部真源（Redis）时，异步丢的只是“内存视图”不是数据本身 —— When 因此选异步。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6 · 公共协调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原理：这层到底在做什么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23444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920240"/>
            <a:ext cx="0" cy="1280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0" cy="1280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920240"/>
            <a:ext cx="0" cy="1280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28600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28600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成员注册 + 租约（心跳保活）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76600" y="228600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3176" y="228600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选主 / 共识（唯一决策者）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50280" y="228600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6856" y="228600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路由元数据 + 全局同步（Watch）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2004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3200400"/>
            <a:ext cx="8065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协调层 · 一个可靠、强一致的公共存储 + 变更通知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411480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把“谁在线、谁说了算、数据在哪”这三件事，统一托管给一个强一致的公共地方管。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 6 · 公共协调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 + 实现思路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93167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4592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" y="2011680"/>
            <a:ext cx="182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 · 云原生标准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71750" y="1463040"/>
            <a:ext cx="193167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1750" y="164592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ZooKeeper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26614" y="2011680"/>
            <a:ext cx="182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ZAB · 老牌稳定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0580" y="1463040"/>
            <a:ext cx="193167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0580" y="164592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95444" y="2011680"/>
            <a:ext cx="182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服务发现 · 多机房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09410" y="1463040"/>
            <a:ext cx="193167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09410" y="164592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4274" y="2011680"/>
            <a:ext cx="182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行锁/CAS · 少组件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651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实现思路（不管选哪个，都是这三招）：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03580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 / 存活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51760" y="303580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/ TTL 或心跳表 —— 过期即判下线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选主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51760" y="35661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抢锁：CAS / 唯一键，谁先写成功谁当 Controller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09651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96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变更同步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651760" y="409651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推送 或 定期拉取，各节点本地缓存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怎么选：看要多及时、多强一致、运维成本多低 —— 按需取舍。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65836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小地图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↔ 机制，一张表收口</a:t>
            </a:r>
            <a:endParaRPr lang="en-US" sz="2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新问题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对应机制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关键点 / 干货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成员感知 · 故障发现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心跳 + 租约 Lease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“存活”变“租约是否过期”；检测下限 = TTL；续约独立线程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唯一决策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选主 + 共识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多数派 quorum 防脑裂；底层是 etcd Txn 的 CAS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数据定位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分片 + 路由元数据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一致性哈希省迁移；路由表放 etcd，Watch 秒级同步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故障接管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副本 + 故障切换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检测→决策→执行；难在数据差量补齐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副本一致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复制策略 同步 / 异步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 权衡；有外部真源就能安心选异步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公共协调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协调服务（ETCD / ZK / DB 表…）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可靠强一致的公共存储 + Watch；按及时性选型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第 33 节 · 分布式与集群化架构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收口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分布式的本质：多节点协调 —— 三条通用判断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1719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22376" y="22677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能借就不自造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267004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共识 / 协调这类最难的事，用成熟组件（ETCD / ZK / DB…），别自己写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719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11296" y="22677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状态尽量外置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11296" y="267004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把“不能丢的状态”放到可靠存储，节点越无状态，越好扩容和切换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719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0216" y="22677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按场景选型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0216" y="267004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及时性 / 一致性 / 运维成本，够用就好，别过度设计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749040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下一节：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同样是集群，OryxOS 和 When 为什么走了两条不同的路？（离线 vs 在线、要不要及时切换 —— 选型见真章）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分布式 / 集群化架构：原理 + 拆解</dc:title>
  <dc:subject>PptxGenJS Presentation</dc:subject>
  <dc:creator>When</dc:creator>
  <cp:lastModifiedBy>When</cp:lastModifiedBy>
  <cp:revision>1</cp:revision>
  <dcterms:created xsi:type="dcterms:W3CDTF">2026-07-29T23:54:36Z</dcterms:created>
  <dcterms:modified xsi:type="dcterms:W3CDTF">2026-07-29T23:54:36Z</dcterms:modified>
</cp:coreProperties>
</file>