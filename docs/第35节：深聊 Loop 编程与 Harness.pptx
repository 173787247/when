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04241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深聊 Loop 编程与 Harness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执行交给循环，判断留给人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是什么、怎么转起来 —— 以及为什么“最重要的就是 Harness”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注：Loop Engineering 是 2026 年一线实践者提出的新概念，本节取其工程内核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一句话理解 Loop 编程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417320"/>
            <a:ext cx="7662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说白了：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想办法让一件事在循环里自主做完，尽量少要人管、能撑多久撑多久。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" y="24688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拆成 N 个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小任务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92808" y="246888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85416" y="246888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21992" y="24688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每个定好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输入/输出/验证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5304" y="246888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67912" y="246888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04488" y="24688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循环里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做·测·改·再做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57800" y="246888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50408" y="246888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86984" y="24688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验证通过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进下一个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0296" y="246888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32904" y="246888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24688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全部跑完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总验收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83133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374904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每个任务能自主跑，靠的是“验证”——有个能自动判对错的检查（通常是测试），循环才知道做对没、什么时候算完。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426110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不是所有任务都能进这条流水线：能自动验证的交循环；测试骗得过、实际难判对的（分布式一致性…）交给人。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29844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· 是什么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从“逐条下指令”到“设计一个自主循环”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1920240"/>
          </a:xfrm>
          <a:prstGeom prst="roundRect">
            <a:avLst>
              <a:gd name="adj" fmla="val 285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81912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传统用法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33969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你坐着一条条下指令：实现这个、看结果、这里改、加个测试、修个 bug……你是循环里的驱动者，每一步都要手动推。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32020" y="1417320"/>
            <a:ext cx="3909060" cy="1920240"/>
          </a:xfrm>
          <a:prstGeom prst="roundRect">
            <a:avLst>
              <a:gd name="adj" fmla="val 285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2020" y="1581912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编程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8052" y="1965960"/>
            <a:ext cx="33969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你设计一个循环，让 AI 自己转：拿目标→改代码→跑测试→读失败→调整→再跑，直到达成或撞停止线。你只在关键点介入。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70332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把你的精力，从“写提示词”转移到“设计让 AI 自主循环工作的环境和规则”上。这个“环境和规则”，就是 Harness。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29844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· 为什么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人一直在往后退，但退的永远是“执行”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438400" cy="1280160"/>
          </a:xfrm>
          <a:prstGeom prst="roundRect">
            <a:avLst>
              <a:gd name="adj" fmla="val 428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4650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2478024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琢磨怎么把一句话写好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5600" y="160020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52800" y="1600200"/>
            <a:ext cx="2438400" cy="1280160"/>
          </a:xfrm>
          <a:prstGeom prst="roundRect">
            <a:avLst>
              <a:gd name="adj" fmla="val 428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2800" y="174650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44240" y="2148840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62528" y="2478024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自己跑多步任务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45480" y="160020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2680" y="1600200"/>
            <a:ext cx="2438400" cy="1280160"/>
          </a:xfrm>
          <a:prstGeom prst="roundRect">
            <a:avLst>
              <a:gd name="adj" fmla="val 4286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2680" y="174650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94120" y="2148840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12408" y="2478024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连“逐条下指令”都退出了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200400"/>
            <a:ext cx="7662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人撤出的是越来越高层的“执行”动作；但“定义目标、设定规则、判断结果”从没退。所以 Loop 不是让人更闲，是把人的工作升维——从执行者，变成循环的设计者和检查点上的判断者。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· 核心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一个循环由五个要素构成 —— 配齐才转得起来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393546" cy="1828800"/>
          </a:xfrm>
          <a:prstGeom prst="roundRect">
            <a:avLst>
              <a:gd name="adj" fmla="val 393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" y="1700784"/>
            <a:ext cx="128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可判定目标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340864"/>
            <a:ext cx="12472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干成什么算成功，能落成测试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1210666" cy="2743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3017520"/>
            <a:ext cx="113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89074" y="1554480"/>
            <a:ext cx="1393546" cy="1828800"/>
          </a:xfrm>
          <a:prstGeom prst="roundRect">
            <a:avLst>
              <a:gd name="adj" fmla="val 393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3938" y="1700784"/>
            <a:ext cx="128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可验证反馈闭环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62226" y="2340864"/>
            <a:ext cx="12472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判官：测试 / 类型 / 编译 / CI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0514" y="3017520"/>
            <a:ext cx="1210666" cy="2743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7090" y="3017520"/>
            <a:ext cx="113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75227" y="1554480"/>
            <a:ext cx="1393546" cy="1828800"/>
          </a:xfrm>
          <a:prstGeom prst="roundRect">
            <a:avLst>
              <a:gd name="adj" fmla="val 393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0091" y="1700784"/>
            <a:ext cx="128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隔离工作区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48379" y="2340864"/>
            <a:ext cx="12472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独立任务分支，失败不污染主线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66667" y="3017520"/>
            <a:ext cx="1210666" cy="2743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3243" y="3017520"/>
            <a:ext cx="113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61381" y="1554480"/>
            <a:ext cx="1393546" cy="1828800"/>
          </a:xfrm>
          <a:prstGeom prst="roundRect">
            <a:avLst>
              <a:gd name="adj" fmla="val 393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16245" y="1700784"/>
            <a:ext cx="128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边界与停止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34533" y="2340864"/>
            <a:ext cx="12472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最多几轮 / 何时交人 / 禁止什么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52821" y="3017520"/>
            <a:ext cx="1210666" cy="2743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9397" y="3017520"/>
            <a:ext cx="113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47534" y="1554480"/>
            <a:ext cx="1393546" cy="1828800"/>
          </a:xfrm>
          <a:prstGeom prst="roundRect">
            <a:avLst>
              <a:gd name="adj" fmla="val 393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02398" y="1700784"/>
            <a:ext cx="128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人的检查点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20686" y="2340864"/>
            <a:ext cx="12472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正常完成 / 卡住 / 歧义时给人看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38974" y="3017520"/>
            <a:ext cx="1210666" cy="2743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5550" y="3017520"/>
            <a:ext cx="113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611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3611880"/>
            <a:ext cx="7662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记住这个关系：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前两个决定循环“能不能转”（目标 + 判官）、中间两个决定“安不安全”（隔离 + 边界）、最后一个决定产出“可不可信”（人的判断）。五者缺一不可。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321868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 · Loop 最重要的是 Harness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没有判官的循环，就是高速地瞎转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17320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五要素里，真正决定 loop 成败的是 Harness —— 尤其“可验证的反馈闭环（判官）”。它是循环的命脉。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020824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每转一圈，得有个东西告诉它“对了没”：自动化测试 / 类型检查 / 编译 / lint / CI。没有判官，循环就是盲跑。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624328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 Loop 和 TDD 天然绑定：测试先行，循环才有靠谱的判官、才知道什么时候算完。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886200"/>
            <a:ext cx="7662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你把精力花在“设计 Harness”上值不值，直接决定 loop 能不能用 —— 循环放大的，是你事先设计的验证质量。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81051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 · 判官不能被收买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里最要防的一件事：作弊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循环会怎么作弊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6596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为了“看起来成功”，改测试、删测试、禁用测试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36829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为通过测试，绕过验收里的硬要求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770632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把复杂场景悄悄简化、边界静默吞掉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2020" y="141732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里写成铁律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69180" y="2048256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196596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禁止修改 / 删除 / 禁用任何测试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9180" y="245059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36829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禁止绕过验收标准里的硬要求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69180" y="2852928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770632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 / 边界拿不准，宁可停下问，不做“看起来能过”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70332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业界原型：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更强的做法是“实现者 / 验证者分离”——一个 agent 干活、另一个带不同指令、甚至更强的模型来验；再把每次失败反哺进规则，让循环越来越难被糊弄。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29844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· 怎么转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一轮循环：做 · 测 · 改 · 再做，直到全绿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08176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5544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读任务卡片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92808" y="15544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85416" y="1554480"/>
            <a:ext cx="1408176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21992" y="15544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先写测试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(TDD)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5304" y="15544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67912" y="1554480"/>
            <a:ext cx="1408176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04488" y="15544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写实现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50408" y="1554480"/>
            <a:ext cx="1408176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86984" y="15544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跑测试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0296" y="15544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232904" y="1554480"/>
            <a:ext cx="1408176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15544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读失败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定位·修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36992" y="2423160"/>
            <a:ext cx="0" cy="27432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2697480"/>
            <a:ext cx="1682496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697480"/>
            <a:ext cx="0" cy="-27432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24048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7340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读完失败、改完，回到“跑测试”再验 —— 循环往复，全绿才停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0632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停止条件（撞任一条就停）：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40156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401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全部验收测试通过 → 正常完成、等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40156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3401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迭代超过上限（如 15 轮）→ 停下报告卡在哪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96849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9684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卡片有歧义 / 缺信息 → 停下来问，不猜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96849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9684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要动到任务边界外的代码 → 停下等确认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2646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 · 三层关系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长在 SDD 和 Harness 之上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087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77640" y="150876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把模糊需求变成可验证的规格（spec）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258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8658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38658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238658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建好环境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238658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上下文 · 工具 · 护栏(hooks/权限) · 测试与隔离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136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26440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26440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14600" y="32644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自主循环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326440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在前两者之上，让 agent 持续工作、自我验证、自我修正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416052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诚实的判断：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项目连自动化测试都没有，Loop 根本转不起来 —— 它是工程基本功扎实的人才玩得转的东西。基建是底座，Loop 长在底座上。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业界怎么落地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从最简到成熟，独立收敛出同一套结构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while 循环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对着一份 spec，每轮喂同一个 prompt、起全新实例，直到做完。最原始，但“可判定目标 + 无上下文污染”已在。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Boris Cherny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39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几百个循环并行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240487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不再手写 prompt，让循环读 GitHub/Slack 自己决定干什么。两招：实现者/验证者分离、失败反哺规则。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039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三层嵌套循环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40487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内环=agent 编码(秒~分)、中环=人 review(分~时)、外环=真实用户/AB(时~周)。内环必须嵌在人的反馈环里。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措辞不同，但和五要素是同一套东西 —— 说明它是一线实践者独立收敛出的答案，不是某个人的奇技淫巧。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19456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实践一 · 固化成 /loop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循环规则写一次，以后每次只喂输入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17320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循环规则（怎么转 / 何时停 / 禁止什么 / 怎么交接）对所有任务都一样 → 固化成一个 Agent Skill：.claude/skills/loop/SKILL.md，装好用 /loop 调用。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020824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/loop 不是任何工具内置的开关，是你自己组装、自己固化的 skill；写明“仅在显式调用时用”，跑不跑循环这个决定必须由人做。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29718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输入校验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" y="3337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卡片区块齐不齐、模式对不对、测试命令找得到吗 —— 不合格就停下要求补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6432" y="29718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停止条件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56432" y="3337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全绿 / 超轮数 / 歧义 / 越界，四条任一就停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8346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29718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绝对禁止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45352" y="3337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不许改删测试、不许绕验收硬要求 —— 守住判官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这三块是骨架，别删；其余按项目加。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实践二 · 输入=任务卡片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/loop 每次只吃一张卡片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6304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所属模块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3176" y="146304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50280" y="146304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6856" y="146304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19456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19456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必须有的测试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76600" y="219456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3176" y="219456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50280" y="2194560"/>
            <a:ext cx="259080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6856" y="2194560"/>
            <a:ext cx="251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六个必填区块（skill 第零步会校验）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291840"/>
            <a:ext cx="7662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要诀（只有一条）：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验收标准和测试必须可判定 —— 这两块金色的，决定循环能不能收敛。卡片不是小型 spec：架构 / 选型在技术方案和 CLAUDE.md 里，卡片只写“这一个任务”的增量，20 分钟能写完。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实践三 · 完整 demo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你只做三件事：写卡片、敲一行、最后 review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7276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写卡片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按模板写 TASK-001.md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6600" y="146304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3760" y="157276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一行启动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376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/loop TASK-001.md（自动开隔离分支）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0280" y="146304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7440" y="157276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离开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8744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循环自转：测→实现→跑→修→全绿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1460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62432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交接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293522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停下，给完成情况 / 关键判断 / 待拍板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6600" y="251460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13760" y="262432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检查点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13760" y="293522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看思路 / 语义绕没绕 / 并发边界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50280" y="2514600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7440" y="262432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两个出口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87440" y="293522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 PR，或改卡片再放一轮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7764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执行的整个中段你不在场；改卡片再放一轮，比在对话里跟 AI 掰扯十回合更有效 —— 你修的是循环的输入，下一轮从干净状态重跑。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最关键的判断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什么任务交循环，什么任务人必须在场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交给循环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8424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能被测试廉价、确定地验证的任务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40487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数据结构、边界明确的功能模块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2549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格式转换、样板代码、有完备测试的重构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32020" y="1417320"/>
            <a:ext cx="390906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人必须主导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69180" y="2066544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198424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错误代价极高、又难自动验证的任务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69180" y="2487168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40487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分布式一致性、故障切换的正确性设计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69180" y="2907792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82549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涉及资金 / 安全、需长期演化的架构决策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70332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分界就是可验证性：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 AI 两种用法 —— 能自动验证就“自主循环”，不能就“辅助分析、判断留人”。这正是卡片里“执行模式”字段的意义：拆任务时就把这个判断做掉。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35 节 · 深聊 Loop 编程与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 + When 怎么用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从一个循环，到用循环做完一个项目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5389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37160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批量流水线（Ralph 完整形态）：单任务 loop 外套一层，按依赖序逐个跑；fail-fast、每任务新实例、验收前移。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0253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92024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判官逐级升级：本地测试 → 提 PR 让 CI 当判官（agent 够不着）→ 实现者/验证者双 agent。状态外置到 STATUS.md，循环无状态、可恢复、可观测。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55117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46888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分寸：一个模块一串，人 review 一次，别一口气跑完整个项目（呼应三层循环——人的检查点从每任务放宽到每模块，但不能到整个项目）。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01752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就这么做：拆成模块任务卡片、每张有可自动跑的验收（精度/切换/不丢不重）→ loop 逐个跑；故障切换正确性这类，人主导。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4114800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收束一句：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原理=把杠杆从写提示词移到设计循环；实践=一个 /loop skill + 每任务一张卡片；判断=可验证交循环、高代价难验证人在场。循环最重要的，永远是那套 Harness。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深聊 Loop 编程与 Harness</dc:title>
  <dc:subject>PptxGenJS Presentation</dc:subject>
  <dc:creator>训练营</dc:creator>
  <cp:lastModifiedBy>训练营</cp:lastModifiedBy>
  <cp:revision>1</cp:revision>
  <dcterms:created xsi:type="dcterms:W3CDTF">2026-07-30T00:25:52Z</dcterms:created>
  <dcterms:modified xsi:type="dcterms:W3CDTF">2026-07-30T00:25:52Z</dcterms:modified>
</cp:coreProperties>
</file>