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68680"/>
            <a:ext cx="1042416" cy="329184"/>
          </a:xfrm>
          <a:prstGeom prst="roundRect">
            <a:avLst>
              <a:gd name="adj" fmla="val 13889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868680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37 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 When 的 Loop 模型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487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实现之前，先想清楚“怎么用 Loop 把 When 跑出来”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有了清晰的技术方案（第 36 节），实现这一步不逐行手写 —— 交给 Loop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本节 = 实现前的作战计划：拆分、Harness、两次跑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37 节 · 设计 When 的 Loop 模型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170432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先讨论一个问题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能不能把整个 When 一次性跑完？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417320"/>
            <a:ext cx="7662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理论上可以 —— 能不能一次跑完，取决于两件事：模型有多聪明、项目有多复杂。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3909060" cy="137160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404872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决定因素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889504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2807208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模型能力：能不能一口气扛住这么多上下文和步骤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3209544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项目复杂度：模块耦合有多深、验证有多难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32020" y="2240280"/>
            <a:ext cx="3909060" cy="1371600"/>
          </a:xfrm>
          <a:prstGeom prst="roundRect">
            <a:avLst>
              <a:gd name="adj" fmla="val 4000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32020" y="2404872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我的判断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60620" y="2788920"/>
            <a:ext cx="3451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这个难度，我认为是可以一次性跑完的 —— 架构清晰、模块边界明确、验收可测。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" y="3840480"/>
            <a:ext cx="7662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但是 ——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“能一次跑完”不等于“教学上应该一次跑完”。下一页解释我们为什么偏偏分两次。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37 节 · 设计 When 的 Loop 模型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914400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我们的做法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完全按 Loop 模型走 —— 但分两次跑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" y="177393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跑第一部分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2648" y="217627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单机核心链路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53512" y="1554480"/>
            <a:ext cx="402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37560" y="155448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47288" y="177393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跑第二部分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47288" y="217627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分布式高可用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788152" y="1554480"/>
            <a:ext cx="402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72200" y="155448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81928" y="177393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联调验收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81928" y="217627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三节点端到端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296265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" y="2880360"/>
            <a:ext cx="7845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每一部分都先写好各自的 Loop 文档（功能 + 任务 + Harness + 验收），再启动循环。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474720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" y="3392424"/>
            <a:ext cx="7845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本来一次就能跑完；拆成两次，纯粹是为了教学和大家的实际体感 —— 看得清每一步在发生什么。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06908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" y="4069080"/>
            <a:ext cx="7662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说清楚：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这是教学节奏的选择，不是技术限制。真实工程里，你完全可以把它并成一次跑完。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37 节 · 设计 When 的 Loop 模型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426464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模型流程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把第 35 节的循环，落到 When 上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1408176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" y="160020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 part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92808" y="1600200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185416" y="1600200"/>
            <a:ext cx="1408176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21992" y="160020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建隔离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分支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75304" y="1600200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867912" y="1600200"/>
            <a:ext cx="1408176" cy="914400"/>
          </a:xfrm>
          <a:prstGeom prst="roundRect">
            <a:avLst>
              <a:gd name="adj" fmla="val 6000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04488" y="160020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循环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做·测·改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1600200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550408" y="1600200"/>
            <a:ext cx="1408176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86984" y="160020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全绿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0296" y="1600200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232904" y="1600200"/>
            <a:ext cx="1408176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69480" y="160020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54496" y="2514600"/>
            <a:ext cx="0" cy="256032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770632"/>
            <a:ext cx="1682496" cy="0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2770632"/>
            <a:ext cx="0" cy="-256032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24963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7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27889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测不过就回到“做·测·改”，循环往复，全绿才交接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337560"/>
            <a:ext cx="3909060" cy="868680"/>
          </a:xfrm>
          <a:prstGeom prst="roundRect">
            <a:avLst>
              <a:gd name="adj" fmla="val 6316"/>
            </a:avLst>
          </a:prstGeom>
          <a:solidFill>
            <a:srgbClr val="262626"/>
          </a:solidFill>
          <a:ln w="12700">
            <a:solidFill>
              <a:srgbClr val="7FB08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3465576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7FB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出口 A · 合并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" y="3794760"/>
            <a:ext cx="3543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通过 → 合并 PR，进下一个 part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32020" y="3337560"/>
            <a:ext cx="3909060" cy="868680"/>
          </a:xfrm>
          <a:prstGeom prst="roundRect">
            <a:avLst>
              <a:gd name="adj" fmla="val 6316"/>
            </a:avLst>
          </a:prstGeom>
          <a:solidFill>
            <a:srgbClr val="262626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32020" y="3465576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出口 B · 再放一轮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14900" y="3794760"/>
            <a:ext cx="3543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不满意 → 改 part 文档，从干净状态重跑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37 节 · 设计 When 的 Loop 模型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2194560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 part 的输入长什么样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把方案的一块，写成一份可执行的 Loop 文档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输入（写清楚要做的）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1737360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功能：这一块做什么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7373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5736" y="1737360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交互：和谁往来、什么时序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432304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2432304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接口：HTTP / gRPC 方法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2432304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5736" y="2432304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参数：字段、类型、约束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299923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3291840"/>
            <a:ext cx="3931920" cy="822960"/>
          </a:xfrm>
          <a:prstGeom prst="roundRect">
            <a:avLst>
              <a:gd name="adj" fmla="val 6667"/>
            </a:avLst>
          </a:prstGeom>
          <a:solidFill>
            <a:srgbClr val="262626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" y="3419856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要的结果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" y="3730752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验收标准 + 必须有的测试（可判定）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3291840"/>
            <a:ext cx="3931920" cy="822960"/>
          </a:xfrm>
          <a:prstGeom prst="roundRect">
            <a:avLst>
              <a:gd name="adj" fmla="val 6667"/>
            </a:avLst>
          </a:prstGeom>
          <a:solidFill>
            <a:srgbClr val="262626"/>
          </a:solidFill>
          <a:ln w="12700">
            <a:solidFill>
              <a:srgbClr val="C98A8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73752" y="3419856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73752" y="3730752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不许碰哪些代码、拿不准就停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425196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4251960"/>
            <a:ext cx="7662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要诀：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“要的结果”必须可判定 —— 能落成测试，循环才知道做对没、什么时候算完。这正是 Harness 的核心。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37 节 · 设计 When 的 Loop 模型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2322576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最重要的一环 · Harness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放大的，是你事先设计的 Harness 质量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560320" cy="1965960"/>
          </a:xfrm>
          <a:prstGeom prst="roundRect">
            <a:avLst>
              <a:gd name="adj" fmla="val 2791"/>
            </a:avLst>
          </a:prstGeom>
          <a:solidFill>
            <a:srgbClr val="262626"/>
          </a:solidFill>
          <a:ln w="12700">
            <a:solidFill>
              <a:srgbClr val="7FA8C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7373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212848"/>
            <a:ext cx="2011680" cy="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31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 / 命名 / 分层 / lint 规范；生成的代码长成一个样子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554480"/>
            <a:ext cx="2560320" cy="1965960"/>
          </a:xfrm>
          <a:prstGeom prst="roundRect">
            <a:avLst>
              <a:gd name="adj" fmla="val 2791"/>
            </a:avLst>
          </a:prstGeom>
          <a:solidFill>
            <a:srgbClr val="262626"/>
          </a:solidFill>
          <a:ln w="12700">
            <a:solidFill>
              <a:srgbClr val="C98A8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17373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566160" y="2212848"/>
            <a:ext cx="2011680" cy="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331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不硬编码密钥、依赖白名单、不越权、敏感信息用环境变量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554480"/>
            <a:ext cx="2560320" cy="1965960"/>
          </a:xfrm>
          <a:prstGeom prst="roundRect">
            <a:avLst>
              <a:gd name="adj" fmla="val 2791"/>
            </a:avLst>
          </a:prstGeom>
          <a:solidFill>
            <a:srgbClr val="262626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17373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355080" y="2212848"/>
            <a:ext cx="2011680" cy="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331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单测 / 集成 / CI / 端到端 —— 循环的判官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9476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3794760"/>
            <a:ext cx="7662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为什么它最重要：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循环每转一圈都在问“对了没 / 规范吗 / 安全吗”，答案全来自 Harness。Harness 弱，循环就是在高速放大错误。所以精力花在这里最值。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37 节 · 设计 When 的 Loop 模型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682496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分两层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公共的写一次，专属的随 part 走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8138160" cy="1280160"/>
          </a:xfrm>
          <a:prstGeom prst="roundRect">
            <a:avLst>
              <a:gd name="adj" fmla="val 4286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5727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公共 Harness（全局一次生效）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1611630" cy="566928"/>
          </a:xfrm>
          <a:prstGeom prst="roundRect">
            <a:avLst>
              <a:gd name="adj" fmla="val 967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011680"/>
            <a:ext cx="15384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安全红线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54630" y="2011680"/>
            <a:ext cx="1611630" cy="566928"/>
          </a:xfrm>
          <a:prstGeom prst="roundRect">
            <a:avLst>
              <a:gd name="adj" fmla="val 967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91206" y="2011680"/>
            <a:ext cx="15384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代码规范 / lint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77740" y="2011680"/>
            <a:ext cx="1611630" cy="566928"/>
          </a:xfrm>
          <a:prstGeom prst="roundRect">
            <a:avLst>
              <a:gd name="adj" fmla="val 967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4316" y="2011680"/>
            <a:ext cx="15384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上下文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00850" y="2011680"/>
            <a:ext cx="1611630" cy="566928"/>
          </a:xfrm>
          <a:prstGeom prst="roundRect">
            <a:avLst>
              <a:gd name="adj" fmla="val 967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7426" y="2011680"/>
            <a:ext cx="15384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门禁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292608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0358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专属 Harness（每个 part 自己带）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41985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这一块的验收测试、这一块特有的边界约束 —— 写在 part 文档里，跟着任务卡片走。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4160520"/>
            <a:ext cx="7662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顺序：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先把公共 Harness 建好（一次），再让每个 part 带上自己的专属验收 —— 循环才能在统一的护栏里跑。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37 节 · 设计 When 的 Loop 模型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938528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第一部分 · 单机核心链路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先把“一条消息能收、能存、能到点投出去”跑对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2590800" cy="5486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508760"/>
            <a:ext cx="2517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接入层 + API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508760"/>
            <a:ext cx="2590800" cy="5486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3176" y="1508760"/>
            <a:ext cx="2517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路由（Snowflake + 一致性 hash）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50280" y="1508760"/>
            <a:ext cx="2590800" cy="5486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6856" y="1508760"/>
            <a:ext cx="2517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多层时间轮引擎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221992"/>
            <a:ext cx="2590800" cy="5486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221992"/>
            <a:ext cx="2517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存储插件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76600" y="2221992"/>
            <a:ext cx="2590800" cy="5486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3176" y="2221992"/>
            <a:ext cx="2517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Sink 投递（HTTP / Kafka）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108960"/>
            <a:ext cx="8138160" cy="731520"/>
          </a:xfrm>
          <a:prstGeom prst="roundRect">
            <a:avLst>
              <a:gd name="adj" fmla="val 75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3108960"/>
            <a:ext cx="7662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7FB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目标（可自动验证）：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单节点跑通 —— 一条延时消息 收进来 → 落 Redis → 到点触发 → 投递成功。投递精度、不丢消息都能写成自动化测试。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97764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3977640"/>
            <a:ext cx="7662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为什么先做它：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核心链路对了，才谈得上分布式。这一部分不碰集群，验证最直接，是循环最容易跑稳的一块。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37 节 · 设计 When 的 Loop 模型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938528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第二部分 · 分布式高可用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在单机之上，加集群协调与故障容忍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508760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协调（注册 / 选主 / Watch）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1508760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/ Slave 副本 + 故障切换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24028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2240280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+ rebalance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240280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节点扩缩容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063240"/>
            <a:ext cx="8138160" cy="731520"/>
          </a:xfrm>
          <a:prstGeom prst="roundRect">
            <a:avLst>
              <a:gd name="adj" fmla="val 75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3063240"/>
            <a:ext cx="7662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目标（重点在正确性）：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三节点集群、Master 故障后 Slave 10 秒内接管、全程不丢消息。这一部分的验收难得多 —— 很多要靠混沌 / 故障注入才能验。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93192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3931920"/>
            <a:ext cx="7662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为什么单独一部分：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分布式正确性是 When 最难、风险最高的部分，单独跑一次、单独设计验收，看得清、控得住。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37 节 · 设计 When 的 Loop 模型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554480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第三步 · 联调验收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整体 Harness 把两部分串起来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" y="1508760"/>
            <a:ext cx="239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第一部分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（单机链路）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53512" y="1508760"/>
            <a:ext cx="402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37560" y="150876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74136" y="1508760"/>
            <a:ext cx="239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第二部分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（集群高可用）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88152" y="1508760"/>
            <a:ext cx="402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72200" y="150876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08776" y="1508760"/>
            <a:ext cx="239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整体 Harness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串联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91693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" y="2834640"/>
            <a:ext cx="7845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三节点集群端到端跑通：提交 → 调度 → 投递，跨节点路由正常。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429000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" y="3346704"/>
            <a:ext cx="7845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加上可观测（Metrics / 日志）、部署（docker-compose / K8s）、Web 管理台，看到消息从 pending 变 delivered。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02336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4023360"/>
            <a:ext cx="7662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对应课程：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整体 Harness 设计见后续“Harness 设计”一节，执行 Loop 与解决问题在其后的部署 / 可观测节展开。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37 节 · 设计 When 的 Loop 模型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786384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边界判断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哪些交给循环，哪些人必须主导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909060" cy="1965960"/>
          </a:xfrm>
          <a:prstGeom prst="roundRect">
            <a:avLst>
              <a:gd name="adj" fmla="val 2791"/>
            </a:avLst>
          </a:prstGeom>
          <a:solidFill>
            <a:srgbClr val="262626"/>
          </a:solidFill>
          <a:ln w="12700">
            <a:solidFill>
              <a:srgbClr val="7FB08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63624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7FB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交给循环 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066544"/>
            <a:ext cx="77724" cy="77724"/>
          </a:xfrm>
          <a:prstGeom prst="ellipse">
            <a:avLst/>
          </a:prstGeom>
          <a:solidFill>
            <a:srgbClr val="7FB08A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1984248"/>
            <a:ext cx="3451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多层时间轮算法、一致性 hash、序列化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487168"/>
            <a:ext cx="77724" cy="77724"/>
          </a:xfrm>
          <a:prstGeom prst="ellipse">
            <a:avLst/>
          </a:prstGeom>
          <a:solidFill>
            <a:srgbClr val="7FB08A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2404872"/>
            <a:ext cx="3451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/ gRPC 接口、参数校验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907792"/>
            <a:ext cx="77724" cy="77724"/>
          </a:xfrm>
          <a:prstGeom prst="ellipse">
            <a:avLst/>
          </a:prstGeom>
          <a:solidFill>
            <a:srgbClr val="7FB08A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2825496"/>
            <a:ext cx="3451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Sink 插件、Redis 持久化 key 设计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32020" y="1417320"/>
            <a:ext cx="3909060" cy="1965960"/>
          </a:xfrm>
          <a:prstGeom prst="roundRect">
            <a:avLst>
              <a:gd name="adj" fmla="val 2791"/>
            </a:avLst>
          </a:prstGeom>
          <a:solidFill>
            <a:srgbClr val="262626"/>
          </a:solidFill>
          <a:ln w="12700">
            <a:solidFill>
              <a:srgbClr val="C98A8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32020" y="1563624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C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人主导设计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69180" y="2066544"/>
            <a:ext cx="77724" cy="77724"/>
          </a:xfrm>
          <a:prstGeom prst="ellipse">
            <a:avLst/>
          </a:prstGeom>
          <a:solidFill>
            <a:srgbClr val="C98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106924" y="1984248"/>
            <a:ext cx="3451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故障切换的正确性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69180" y="2487168"/>
            <a:ext cx="77724" cy="77724"/>
          </a:xfrm>
          <a:prstGeom prst="ellipse">
            <a:avLst/>
          </a:prstGeom>
          <a:solidFill>
            <a:srgbClr val="C98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106924" y="2404872"/>
            <a:ext cx="3451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/ Slave 副本一致性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69180" y="2907792"/>
            <a:ext cx="77724" cy="77724"/>
          </a:xfrm>
          <a:prstGeom prst="ellipse">
            <a:avLst/>
          </a:prstGeom>
          <a:solidFill>
            <a:srgbClr val="C98A82"/>
          </a:solidFill>
          <a:ln/>
        </p:spPr>
      </p:sp>
      <p:sp>
        <p:nvSpPr>
          <p:cNvPr id="22" name="Text 20"/>
          <p:cNvSpPr/>
          <p:nvPr/>
        </p:nvSpPr>
        <p:spPr>
          <a:xfrm>
            <a:off x="5106924" y="2825496"/>
            <a:ext cx="3451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选主与脑裂的处理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370332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3703320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分界还是可验证性：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能廉价、确定地自动验证 → 循环；难自动验证又错不起（对应技术方案的风险章节）→ 人定方案、循环只做辅助实现。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37 节 · 设计 When 的 Loop 模型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042416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接下来怎么走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逐节产出 Loop 原料 → 拼整体 Harness → 一口气跑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468880" cy="1234440"/>
          </a:xfrm>
          <a:prstGeom prst="roundRect">
            <a:avLst>
              <a:gd name="adj" fmla="val 4444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" y="170078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" y="201168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逐模块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0936" y="23774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每节产出一份 Loop 原料</a:t>
            </a: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 + task + harness + 验收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53512" y="1554480"/>
            <a:ext cx="402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37560" y="1554480"/>
            <a:ext cx="2468880" cy="1234440"/>
          </a:xfrm>
          <a:prstGeom prst="roundRect">
            <a:avLst>
              <a:gd name="adj" fmla="val 4444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47288" y="170078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47288" y="201168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拼装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65576" y="23774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攒齐后设计整体 Harness</a:t>
            </a: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让循环能一口气跑完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88152" y="1554480"/>
            <a:ext cx="402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72200" y="1554480"/>
            <a:ext cx="2468880" cy="1234440"/>
          </a:xfrm>
          <a:prstGeom prst="roundRect">
            <a:avLst>
              <a:gd name="adj" fmla="val 4444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81928" y="170078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 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81928" y="201168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0216" y="23774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 Loop、解决问题</a:t>
            </a: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验收功能、讲解代码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154680"/>
            <a:ext cx="8138160" cy="731520"/>
          </a:xfrm>
          <a:prstGeom prst="roundRect">
            <a:avLst>
              <a:gd name="adj" fmla="val 75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3154680"/>
            <a:ext cx="7662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每一节的固定产出：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接口、存储插件、元数据选型、节点集群、时间轮、接入路由、副本切换、Controller、Sink…… 每节都交出一份可执行的 part 文档。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402336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4023360"/>
            <a:ext cx="7662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下一节预告：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里最硬的那块 —— 自动化测试验收体系，单独讲透。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37 节 · 设计 When 的 Loop 模型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530352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收束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的实现，是一次方法论的落地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" y="160020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清晰 Spec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（第 36 节）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13432" y="1600200"/>
            <a:ext cx="310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606040" y="160020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42616" y="160020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拆成带验收的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文档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16552" y="1600200"/>
            <a:ext cx="310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709160" y="160020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45736" y="160020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逐部分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自主实现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9672" y="1600200"/>
            <a:ext cx="310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12280" y="160020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48856" y="160020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人在高风险点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把关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5409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" y="2971800"/>
            <a:ext cx="7845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能不能一次跑完，看模型和复杂度；我们为教学分两次 —— 单机核心链路，再加分布式高可用。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566160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" y="3483864"/>
            <a:ext cx="7845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 part 都是“明确输入 + 可判定验收”；公共 Harness 一次建好，专属 Harness 随 part 走。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114800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" y="4114800"/>
            <a:ext cx="7662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Loop 实现 When —— 而 Loop 最重要的，永远是那套 Harness。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设计 When 的 Loop 模型</dc:title>
  <dc:subject>PptxGenJS Presentation</dc:subject>
  <dc:creator>训练营</dc:creator>
  <cp:lastModifiedBy>训练营</cp:lastModifiedBy>
  <cp:revision>1</cp:revision>
  <dcterms:created xsi:type="dcterms:W3CDTF">2026-07-30T01:21:16Z</dcterms:created>
  <dcterms:modified xsi:type="dcterms:W3CDTF">2026-07-30T01:21:16Z</dcterms:modified>
</cp:coreProperties>
</file>