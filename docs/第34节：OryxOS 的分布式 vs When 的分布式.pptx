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042416" cy="329184"/>
          </a:xfrm>
          <a:prstGeom prst="roundRect">
            <a:avLst>
              <a:gd name="adj" fmla="val 13889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6868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聊聊分布式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的分布式  vs  When 的分布式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同样是集群，为什么走两条不同的路 —— 给 OryxOS 收个尾，也讲清 When 为什么更重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 · OryxOS 的分布式 vs When 的分布式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53035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集群的本质是多节点协调 —— 但“要多及时”决定了路线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82696" y="14630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 = 多节点协调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23360" y="2121408"/>
            <a:ext cx="-1371600" cy="530352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2121408"/>
            <a:ext cx="1371600" cy="530352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5176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7889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· 离线 / 调度型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任务在节点间分配、切换即可，晚几十秒接管没关系 → 用 DB 表协调，架构简单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265176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27889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· 实时在线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31546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到点必达、不丢不重，故障要 10 秒内接管 → 引入 etcd（租约 / 选主 / Watch），更重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4206240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协调机制没有最好，只有匹配 —— 场景需不需要“及时”，直接决定你用 DB 还是 etcd。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 · OryxOS 的分布式 vs When 的分布式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 OryxOS 收尾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的分布式：多节点跑一堆 Agent 的调度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417320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是 Agent OS：一个底座上跑一群业务 Agent，很多 Agent 带定时任务（日报、巡检、对账…）。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020824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多节点要解决的事：把这些 Agent / 定时任务分摊到各节点跑；某节点挂了，它身上的任务切到别的节点继续。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70662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2624328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关键性质：这是离线 / 调度型工作 —— 任务晚几十秒被接管、重跑一次，业务基本无感。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931920"/>
            <a:ext cx="7662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集群 ≈ 一个分布式调度器（像 xxl-job 那类），要的是“任务不漏跑、节点挂了有人接”，不是毫秒级实时。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 · OryxOS 的分布式 vs When 的分布式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实现思路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基于数据库表协调（参考 xxl-job），不引入 etcd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1417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1920240"/>
            <a:ext cx="0" cy="86868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4173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94176" y="1417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0" cy="86868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4173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14173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920240"/>
            <a:ext cx="0" cy="86868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8892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1F2830"/>
          </a:solidFill>
          <a:ln w="12700">
            <a:solidFill>
              <a:srgbClr val="7FA8C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852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PostgreSQL（协调面）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182112"/>
            <a:ext cx="2529840" cy="347472"/>
          </a:xfrm>
          <a:prstGeom prst="roundRect">
            <a:avLst>
              <a:gd name="adj" fmla="val 1578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182112"/>
            <a:ext cx="2456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节点注册表 + 心跳时间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52800" y="3182112"/>
            <a:ext cx="2529840" cy="347472"/>
          </a:xfrm>
          <a:prstGeom prst="roundRect">
            <a:avLst>
              <a:gd name="adj" fmla="val 1578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9376" y="3182112"/>
            <a:ext cx="2456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任务表 + 下次触发时间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74080" y="3182112"/>
            <a:ext cx="2529840" cy="347472"/>
          </a:xfrm>
          <a:prstGeom prst="roundRect">
            <a:avLst>
              <a:gd name="adj" fmla="val 1578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0656" y="3182112"/>
            <a:ext cx="2456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调度锁（行锁 / CAS）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87705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" y="3794760"/>
            <a:ext cx="7845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调度靠 DB 抢锁：到点时各节点抢同一行锁，抢到的才执行 → 一个任务全集群只跑一次。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33425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" y="4251960"/>
            <a:ext cx="7845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节点挂了：心跳字段超时未更新 → 判定下线，它的任务下个调度周期被别的节点抢走接管。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 · OryxOS 的分布式 vs When 的分布式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2194560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为什么用 DB、不引 etcd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三条工程理由 —— 都指向“够用 + 简单”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22376" y="224028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不需要及时切换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22376" y="26517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离线调度，晚几十秒接管、重跑一次没关系；用不上 etcd 的秒级切换。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11296" y="224028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避免复杂组件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11296" y="26517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要单独部署一套 3/5 节点集群、要运维；能不引入就不引入。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0216" y="224028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企业已有 DB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00216" y="26517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PG 几乎人人都有，直接复用；架构简单、部署方便、少一个依赖。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931920"/>
            <a:ext cx="7662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呼应 33 的选型判断：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按“要多及时 / 多强一致 / 运维成本”选 —— OryxOS 的场景，DB 表就是那个“够用且最省”的答案。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 · OryxOS 的分布式 vs When 的分布式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2194560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借的是 xxl-job 的思路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“用存储层做协调”的成熟范式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005840" y="16002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42416" y="16002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调度中心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6002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1F2830"/>
          </a:solidFill>
          <a:ln w="12700">
            <a:solidFill>
              <a:srgbClr val="7FA8C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57016" y="16002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71616" y="16002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执行器（各节点）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0" y="1920240"/>
            <a:ext cx="41148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1920240"/>
            <a:ext cx="41148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记任务 / 调度日志 / 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00837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" y="2926080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任务定义、下次触发时间、执行历史，全落在 DB 里 —— 状态可见、可查、可恢复。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52044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" y="3438144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调度就是“到点抢锁 → 抢到的执行 → 写回执行记录”，靠 DB 的事务和行锁保证不重不漏。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03250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" y="3950208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借这套：不追求秒级实时，追求“简单、可靠、看得见”。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 · OryxOS 的分布式 vs When 的分布式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17043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再看 When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集群思路：etcd 协调 + 分片副本 + Redis 兜底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32588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接入层 + 路由层　·　请求到任意节点 → 查路由算分片与 Master → 非本机 gRPC 转发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2590800" cy="841248"/>
          </a:xfrm>
          <a:prstGeom prst="roundRect">
            <a:avLst>
              <a:gd name="adj" fmla="val 652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011680"/>
            <a:ext cx="259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 1（时间轮实例）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259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· Slave（分处两台）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523744"/>
            <a:ext cx="259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挂 → Slave 提升接管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98320" y="1783080"/>
            <a:ext cx="0" cy="13716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6600" y="1920240"/>
            <a:ext cx="2590800" cy="841248"/>
          </a:xfrm>
          <a:prstGeom prst="roundRect">
            <a:avLst>
              <a:gd name="adj" fmla="val 652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6600" y="2011680"/>
            <a:ext cx="259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 2（时间轮实例）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76600" y="2304288"/>
            <a:ext cx="259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· Slave（分处两台）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76600" y="2523744"/>
            <a:ext cx="259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挂 → Slave 提升接管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783080"/>
            <a:ext cx="0" cy="13716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0280" y="1920240"/>
            <a:ext cx="2590800" cy="841248"/>
          </a:xfrm>
          <a:prstGeom prst="roundRect">
            <a:avLst>
              <a:gd name="adj" fmla="val 652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50280" y="2011680"/>
            <a:ext cx="259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 3（时间轮实例）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50280" y="2304288"/>
            <a:ext cx="259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· Slave（分处两台）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50280" y="2523744"/>
            <a:ext cx="259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挂 → Slave 提升接管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45680" y="1783080"/>
            <a:ext cx="0" cy="13716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99923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999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租约(秒级发现) · 选主 Controller · Watch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299923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999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消息先落，数据以它为准（真源）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749040"/>
            <a:ext cx="8138160" cy="786384"/>
          </a:xfrm>
          <a:prstGeom prst="roundRect">
            <a:avLst>
              <a:gd name="adj" fmla="val 6977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3749040"/>
            <a:ext cx="7662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为什么这么重：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到点必达、不丢不重，节点故障要 10 秒内接管 —— 靠 etcd 秒级发现+选主，靠 Redis 兜底让新 Master 补齐、零丢失。这个“及时”，DB 轮询做不到。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 · OryxOS 的分布式 vs When 的分布式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786384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核心对比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同一件事（多节点协调），两种活法</a:t>
            </a:r>
            <a:endParaRPr lang="en-US" sz="2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2004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OryxOS（离线 / 调度）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When（实时 / 在线）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服务性质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FA8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调度、定时任务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A9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延时消息实时投递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切换及时性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FA8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分钟级 / 重跑可接受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A9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秒内接管、零丢失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协调方式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FA8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表 + 抢锁（xxl-job 式）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A9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etcd：租约 / 选主 / Watch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组件依赖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FA8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只用已有 DB，少组件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A9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额外引入 etcd 集群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复杂度 / 运维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FA8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低，部署方便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A9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高，换来实时可靠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 · OryxOS 的分布式 vs When 的分布式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65836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一条判断线：要不要“及时”+ 一致性要求高不高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731520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517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F2830"/>
          </a:solidFill>
          <a:ln w="12700">
            <a:solidFill>
              <a:srgbClr val="7FA8C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" y="26517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表 · 抢锁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6517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26517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/ ZK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不需及时 · 图简单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要及时 · 强一致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91640" y="2377440"/>
            <a:ext cx="182880" cy="182880"/>
          </a:xfrm>
          <a:prstGeom prst="ellipse">
            <a:avLst/>
          </a:prstGeom>
          <a:solidFill>
            <a:srgbClr val="7FA8C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2377440"/>
            <a:ext cx="182880" cy="18288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中间地带：看能忍多久不一致、运维预算多少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40480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840480"/>
            <a:ext cx="7662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判断顺序：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故障要不要“及时”接管？② 一致性要求多高？③ 运维预算 / 已有组件？—— 三问下来，选型自然就定了，别为“显得高级”上 etcd。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34 节 · OryxOS 的分布式 vs When 的分布式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257860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收口 · OryxOS 第一部分到此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集群的本质没变，变的是“要多及时”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4533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463040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集群的本质，从头到尾就一句：多节点协调。变的只是“对及时性 / 一致性的要求”。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029968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OryxOS：离线调度、不需及时 → DB 表 + 抢锁，简单可靠、部署方便（xxl-job 式）。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79192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2596896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When：实时在线、要秒级切换 → etcd + 副本 + Redis 兜底，复杂但换来可靠实时。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" y="3163824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没有最好的架构，只有匹配场景的架构 —— 这就是分布式选型的功力。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4160520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下面：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第一部分正式收尾；接下来进入 When 的实现 —— 用 Loop 编程把这套集群一块块做出来。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658368" cy="329184"/>
          </a:xfrm>
          <a:prstGeom prst="roundRect">
            <a:avLst>
              <a:gd name="adj" fmla="val 13889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先问“要多及时、多强一致”，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再决定用 DB 还是 etcd —— 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这比“上不上分布式”更重要。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 简单够用，When 重而可靠 —— 各自匹配自己的场景。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OryxOS 的分布式 vs When 的分布式</dc:title>
  <dc:subject>PptxGenJS Presentation</dc:subject>
  <dc:creator>When</dc:creator>
  <cp:lastModifiedBy>When</cp:lastModifiedBy>
  <cp:revision>1</cp:revision>
  <dcterms:created xsi:type="dcterms:W3CDTF">2026-07-30T00:12:45Z</dcterms:created>
  <dcterms:modified xsi:type="dcterms:W3CDTF">2026-07-30T00:12:45Z</dcterms:modified>
</cp:coreProperties>
</file>